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B084F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4572000" cy="4572000"/>
          </a:xfrm>
          <a:prstGeom prst="ellipse">
            <a:avLst/>
          </a:prstGeom>
          <a:solidFill>
            <a:srgbClr val="58D68D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1945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攻略ガイド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プロフィール最適化・フォロワー戦略・リポジトリ運用ノウハウ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に質問しながら育てていく個人ノート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B084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1887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なぜGitHubで“育てる”のか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904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個人の学習ログ・実績をGitHub上で公開・蓄積する狙い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457200" cy="457200"/>
          </a:xfrm>
          <a:prstGeom prst="ellipse">
            <a:avLst/>
          </a:prstGeom>
          <a:solidFill>
            <a:srgbClr val="B084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プロフィール最適化(基本編)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494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README・基本情報・リポジトリREADMEの整え方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52344"/>
            <a:ext cx="457200" cy="457200"/>
          </a:xfrm>
          <a:prstGeom prst="ellipse">
            <a:avLst/>
          </a:prstGeom>
          <a:solidFill>
            <a:srgbClr val="B084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706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プロフィールを彩る便利ツール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083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バッジ・統計カード・コントリビューションSnake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457200" cy="457200"/>
          </a:xfrm>
          <a:prstGeom prst="ellipse">
            <a:avLst/>
          </a:prstGeom>
          <a:solidFill>
            <a:srgbClr val="B084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655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他プロジェクトへの貢献でスターを増やす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67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Issue/PR・good first issue・shields.io実例・コミュニティの実感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70248"/>
            <a:ext cx="457200" cy="457200"/>
          </a:xfrm>
          <a:prstGeom prst="ellipse">
            <a:avLst/>
          </a:prstGeom>
          <a:solidFill>
            <a:srgbClr val="B084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2245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宣伝チャネルの効果(実例ケーススタディ)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262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個人OSS開発者の実測データ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B084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83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リポジトリ運用のコツ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2852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コミット・Issue・PRの使い方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788152"/>
            <a:ext cx="457200" cy="457200"/>
          </a:xfrm>
          <a:prstGeom prst="ellipse">
            <a:avLst/>
          </a:prstGeom>
          <a:solidFill>
            <a:srgbClr val="B084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788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57424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継続の記録フォーマット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60441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このノートを育てていく方法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なぜGitHubで“育てる”のか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学習ログの可視化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資格勉強・技術メモをMarkdown/パワポで公開し、進捗を後から振り返れる形にする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ポートフォリオ化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コミット履歴・READMEが、そのまま実績・継続力の証明になる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ネットワーキング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Star・Follow・Issueでのやり取りを通じて、同じ分野の人とつながる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このリポジトリ(tech-notes)の位置づけ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GitHubの成長Tips(フォロワー獲得など)と、Claude認定資格(CCA-F等)の学習メモの2本柱で運用する。中身が混ざらないよう、資格対策は別ファイル(cca-f-study-guide.pptx)に分離している。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初心者向け: まず慣れる4つの行動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27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アカウント作成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52704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GitHubトップの Sign up からアカウントを作る。まずはこれがないと何も始まらない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786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気になる人をフォロー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7860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フォロー返しは気にしなくてよい。フォローすると相手の活動がNews Feedに流れるようになる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30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気になるリポジトリにStar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63016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お気に入り登録のような機能。Starすると自分をフォローしている人の feed に流れ、そのリポジトリの露出が増える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681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Feedを読む習慣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68172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ログイン状態でトップページを見ると、フォロー中の人の活動(Star・Push等)が流れてくる。ここから面白いプロジェクトや小さなIssue/PRに触れていくのが自然な入り口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個人ブログ記事(2013年)。Follow/Star/News Feedという基本メカニズム自体は現在も変わっていない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D6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プロフィール最適化(基本編)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Profile README を作る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自分のユーザー名と同名のリポジトリを作成(例: username/username)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公開(Public)リポジトリにし、ルート直下に README.md を置く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この2条件を満たすと、プロフィール上部に自己紹介として自動表示される(GitHub公式Docsで定義された正規の仕組み)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基本情報・継続性を示す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アイコン画像・所属・居住地・ブログ/Xリンクを掲載し、実在する開発者としての信頼感を出す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コントリビューショングラフ(草)は活動の継続を示す。小さくても日々コミットする習慣が信頼につながる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80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各リポジトリのREADMEを整える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「何をするか・インストール方法・使い方」を明記(GIFやコード例があるとベター)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リポジトリの Topics(react・typescript・automation等のタグ)を設定し、検索で見つけられやすくする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GitHub Docs(プロフィールREADMEの仕組み)、GitHubプロフィール改善に関する一般的な解説記事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プロフィールを彩る便利ツール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084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shields.io・komarev(閲覧数カウンター)・Qiita/Zennバッジなど。READMEに埋め込むだけで見た目が引き締まる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58D68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統計・トロフィーカード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971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github-profile-summary-cards、github-profile-trophy等。言語別コミット数や実績を自動で画像生成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0A8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コントリビューションSnake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9718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Platane/snk をGitHub Actionsで定期実行し、草(コントリビューショングラフ)を蛇が食べるSVGアニメを自動生成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いずれもREADME.mdに数行の画像タグ/GitHub Actionsのワークフローを追加するだけで導入できる、コミュニティ製の定番ツール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Qiita記事(DMM WEBCAMP Advent Calendar 2023)「GitHubのプロフィールを充実させてみよう」で紹介された実装例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D6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他プロジェクトへの貢献でスターを増やす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Issue報告・Pull Requestの提出(バグ修正・機能追加・Typo修正など)。マージされれば、そのプロジェクトの利用者の目に触れる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good-first-issue・help-wanted タグの活用: 初心者向けの取り組みやすいタスクを見つけやすい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他人の良いリポジトリにStar・Followする: 相手のアクティビティに自分の名前が表示され、認知のきっかけになる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0607040" cy="2286000"/>
          </a:xfrm>
          <a:prstGeom prst="roundRect">
            <a:avLst>
              <a:gd name="adj" fmla="val 4000"/>
            </a:avLst>
          </a:prstGeom>
          <a:solidFill>
            <a:srgbClr val="232A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実利用者コミュニティ(r/github)の実感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GitHubはSNSではなく、コード共有・ホスティング・共同作業のためのプラットフォーム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スター・フォロワーは目的ではなく、良いプロジェクトを作り維持し続けた結果としての副産物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「スターを増やすこと」自体を目標にせず、まず自分が使いたい/役に立つものを作ることが優先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Reddit r/github の実利用者コメント(意見・体験談であり公式見解ではない点に注意)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貢献先の実例: badges/shields (shields.io)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READMEでよく見るバッジサービス「shields.io」も、実は誰でも貢献できるOSS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9202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0" y="2057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1.6B+/月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配信バッジ画像数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192024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2057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Apache 2.0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697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デュアルライセンス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貢献のしやすさ(実際に確認できる情報)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776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CONTRIBUTING.md に貢献ガイドラインが整備されている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good-first-issue ラベルの付いた初心者向けタスクがある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新しいバッジ追加のチュートリアルも用意されている(VS Code・Vue.js・Bootstrap等の著名プロジェクトも利用)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SECURITY.md による脆弱性報告ポリシーも整備済み(セキュリティ関連の貢献も歓迎)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github.com/badges/shields(取得時点のスター数。日々変動するため参考値)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宣伝チャネルの効果(実例ケーススタディ)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個人OSS開発者が、公開後数ヶ月で400+スターを集めた際の実測データ(1事例)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効果があったチャネル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News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「Show HN:」プレフィックスを付けて投稿する文化があり、Showタブ・トップページに掲載。最も効果大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自分の発信単独では弱いが、フォロワーの多いインフルエンサーが拡散すると効果大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GitHub内の連鎖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フォロー中ユーザーがStarしたリポジトリがフィードに流れる仕組みがあり、フォロワーの多い人がStarすると連鎖的に増える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29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韓国版HN(news.hada.io)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303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現地の誰かが投稿したことで、そこから約40スターが集まった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🪦 効果が薄かったチャネル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60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834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投稿は伸びにくいことが多い(閲覧2.4kでUpvote6等)。ただしやり方次第で化ける可能性はある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AI関連プロダクトが多く、その他のプロダクトは埋もれやすい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Awesomeリストへの追加PR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480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掲載されても閲覧者自体が少ない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029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個人ブログ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5303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Qiita/Zenn等の媒体力があるプラットフォームでないと、Twitter投稿とあまり変わらない手応え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個人開発者によるOSSプロジェクト「Ephe」のブログ記事(1事例の実測値。分野・タイミングにより結果は変動しうる)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D6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実証済み5ステップ(別の実例: npmライブラリ)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SNSでの影響力がほぼ無い状態から、Githubスターを50まで伸ばした個人開発者の実例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英語で書く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920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README・告知文はすべて英語にする。日本語のみだとリーチできる人数が大きく限定される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アイキャッチ画像を作る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76148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Canva等でOGP画像を作成し、リポジトリのSocial preview設定に登録する(第一印象を左右する)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384048" cy="384048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27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README/公式サイトをグラフィカルに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60273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デモ・使い方が伝わるREADMEにする。GitHub Pages等で簡易な公式サイトを作るのも有効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43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告知する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444398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Hunt・Zenn・Qiita・Dev.to等で公開を告知する。ただし効果は一時的(数日)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30952"/>
            <a:ext cx="384048" cy="384048"/>
          </a:xfrm>
          <a:prstGeom prst="ellipse">
            <a:avLst/>
          </a:prstGeom>
          <a:solidFill>
            <a:srgbClr val="58D68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285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検索される記事を作る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528523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想定ユーザーが検索するキーワードでブログ記事を書く。即効性は無いが継続的な流入源になる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npmのPDF作成ライブラリ(labelmake)の開発者によるブログ記事(1事例の実体験)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実践手順: Hacker Newsの使い方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最も効果があったチャネル(HN)を、実際にどう使うか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アカウント作成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03911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news.ycombinator.com/login → 「Create Account」。ユーザー名とパスワードのみ、メール登録不要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09067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/newest を理解する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09067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news.ycombinator.com/newest は投稿順の新着一覧。ここでUpvoteを集めるとアルゴリズムでトップページ側へ浮上する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1422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Show HN: で投稿する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4142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submitページでタイトル先頭に「Show HN: 」を付けると、自作ツール専用の Show タブにも掲載される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1937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Karma(信頼度)を意識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519379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他人の投稿へのコメント・Upvoteで蓄積されるポイント制度。低いと表示・投稿頻度で不利になることがある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注意点: 短時間の連続投稿はスパム扱いされやすい。投稿タイミング(米国の朝〜昼にあたる時間帯)も反応に影響しやすいと言われる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Hacker News公式の投稿・利用フロー、および個人開発者(Ephe)の実体験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D6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リポジトリ運用のコツ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232A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小さく頻繁に。メッセージは「なぜ」を書く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232A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Issue/PR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68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作業ログとして活用。後から経緯を追える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232A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ブランチ運用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468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featureブランチを切り、mainは常に安定させる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5029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継続の記録フォーマット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このパワポの育て方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Claudeに質問、または調べた記事を共有 → 事実として妥当な部分だけを取捨選択してスライドに追記・更新する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新しいトピックが増えたら、対応するセクション(2〜6)にスライドを追加する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CCA-F試験対策の内容は、このファイルには含めず cca-f-study-guide.pptx 側で管理する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0607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役割分担(2ファイル体制)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github-strategy-guide.pptx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GitHubでの育て方・運用ノウハウ全般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cca-f-study-guide.pptx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- Foundations 試験対策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2026-09-26T14:56:58Z</dcterms:created>
  <dcterms:modified xsi:type="dcterms:W3CDTF">2026-09-26T14:56:58Z</dcterms:modified>
</cp:coreProperties>
</file>